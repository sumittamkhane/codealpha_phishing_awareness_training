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818F0C-33DB-47BA-89E7-4CEC439AD074}" v="112" dt="2026-07-11T05:16:43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esh Malviya" userId="d9741f2f6551da7a" providerId="LiveId" clId="{D14C8AC6-DEB7-47A2-9E64-973C4F367B5E}"/>
    <pc:docChg chg="undo custSel addSld delSld modSld sldOrd">
      <pc:chgData name="Jayesh Malviya" userId="d9741f2f6551da7a" providerId="LiveId" clId="{D14C8AC6-DEB7-47A2-9E64-973C4F367B5E}" dt="2026-07-11T05:16:43.170" v="6189"/>
      <pc:docMkLst>
        <pc:docMk/>
      </pc:docMkLst>
      <pc:sldChg chg="modSp mod modTransition modAnim">
        <pc:chgData name="Jayesh Malviya" userId="d9741f2f6551da7a" providerId="LiveId" clId="{D14C8AC6-DEB7-47A2-9E64-973C4F367B5E}" dt="2026-07-11T05:11:58.164" v="6167"/>
        <pc:sldMkLst>
          <pc:docMk/>
          <pc:sldMk cId="3746614150" sldId="256"/>
        </pc:sldMkLst>
        <pc:spChg chg="mod">
          <ac:chgData name="Jayesh Malviya" userId="d9741f2f6551da7a" providerId="LiveId" clId="{D14C8AC6-DEB7-47A2-9E64-973C4F367B5E}" dt="2026-07-11T04:40:22.784" v="3082" actId="20577"/>
          <ac:spMkLst>
            <pc:docMk/>
            <pc:sldMk cId="3746614150" sldId="256"/>
            <ac:spMk id="2" creationId="{A5165CA3-870A-89C8-B5D9-6CC989F23DB1}"/>
          </ac:spMkLst>
        </pc:spChg>
        <pc:spChg chg="mod">
          <ac:chgData name="Jayesh Malviya" userId="d9741f2f6551da7a" providerId="LiveId" clId="{D14C8AC6-DEB7-47A2-9E64-973C4F367B5E}" dt="2026-07-11T05:06:50.452" v="6141" actId="27636"/>
          <ac:spMkLst>
            <pc:docMk/>
            <pc:sldMk cId="3746614150" sldId="256"/>
            <ac:spMk id="3" creationId="{26812990-04DE-C0BF-20E8-28147C1F6B0F}"/>
          </ac:spMkLst>
        </pc:spChg>
      </pc:sldChg>
      <pc:sldChg chg="modSp new mod modTransition modAnim">
        <pc:chgData name="Jayesh Malviya" userId="d9741f2f6551da7a" providerId="LiveId" clId="{D14C8AC6-DEB7-47A2-9E64-973C4F367B5E}" dt="2026-07-11T05:13:41.624" v="6169"/>
        <pc:sldMkLst>
          <pc:docMk/>
          <pc:sldMk cId="2424238322" sldId="257"/>
        </pc:sldMkLst>
        <pc:spChg chg="mod">
          <ac:chgData name="Jayesh Malviya" userId="d9741f2f6551da7a" providerId="LiveId" clId="{D14C8AC6-DEB7-47A2-9E64-973C4F367B5E}" dt="2026-07-11T04:22:49.015" v="3001" actId="2711"/>
          <ac:spMkLst>
            <pc:docMk/>
            <pc:sldMk cId="2424238322" sldId="257"/>
            <ac:spMk id="2" creationId="{527B7B4E-053C-E0D9-A15C-19CC67BBB090}"/>
          </ac:spMkLst>
        </pc:spChg>
        <pc:spChg chg="mod">
          <ac:chgData name="Jayesh Malviya" userId="d9741f2f6551da7a" providerId="LiveId" clId="{D14C8AC6-DEB7-47A2-9E64-973C4F367B5E}" dt="2026-07-11T04:43:33.624" v="3095"/>
          <ac:spMkLst>
            <pc:docMk/>
            <pc:sldMk cId="2424238322" sldId="257"/>
            <ac:spMk id="3" creationId="{94998767-535D-C8E6-7FDE-48E0A110848F}"/>
          </ac:spMkLst>
        </pc:spChg>
      </pc:sldChg>
      <pc:sldChg chg="modSp new mod modTransition modAnim">
        <pc:chgData name="Jayesh Malviya" userId="d9741f2f6551da7a" providerId="LiveId" clId="{D14C8AC6-DEB7-47A2-9E64-973C4F367B5E}" dt="2026-07-11T05:14:12.893" v="6173"/>
        <pc:sldMkLst>
          <pc:docMk/>
          <pc:sldMk cId="3112477925" sldId="258"/>
        </pc:sldMkLst>
        <pc:spChg chg="mod">
          <ac:chgData name="Jayesh Malviya" userId="d9741f2f6551da7a" providerId="LiveId" clId="{D14C8AC6-DEB7-47A2-9E64-973C4F367B5E}" dt="2026-07-11T05:14:02.926" v="6171" actId="1076"/>
          <ac:spMkLst>
            <pc:docMk/>
            <pc:sldMk cId="3112477925" sldId="258"/>
            <ac:spMk id="2" creationId="{6207B99F-8D48-0DA5-95B3-75DD46FCC570}"/>
          </ac:spMkLst>
        </pc:spChg>
        <pc:spChg chg="mod">
          <ac:chgData name="Jayesh Malviya" userId="d9741f2f6551da7a" providerId="LiveId" clId="{D14C8AC6-DEB7-47A2-9E64-973C4F367B5E}" dt="2026-07-11T05:13:53.387" v="6170" actId="1076"/>
          <ac:spMkLst>
            <pc:docMk/>
            <pc:sldMk cId="3112477925" sldId="258"/>
            <ac:spMk id="3" creationId="{7CEF4B2C-670E-D963-209E-64FEF27F6235}"/>
          </ac:spMkLst>
        </pc:spChg>
      </pc:sldChg>
      <pc:sldChg chg="modSp new mod modTransition modAnim">
        <pc:chgData name="Jayesh Malviya" userId="d9741f2f6551da7a" providerId="LiveId" clId="{D14C8AC6-DEB7-47A2-9E64-973C4F367B5E}" dt="2026-07-11T05:14:35.953" v="6175"/>
        <pc:sldMkLst>
          <pc:docMk/>
          <pc:sldMk cId="3072859212" sldId="259"/>
        </pc:sldMkLst>
        <pc:spChg chg="mod">
          <ac:chgData name="Jayesh Malviya" userId="d9741f2f6551da7a" providerId="LiveId" clId="{D14C8AC6-DEB7-47A2-9E64-973C4F367B5E}" dt="2026-07-11T05:07:05.631" v="6148"/>
          <ac:spMkLst>
            <pc:docMk/>
            <pc:sldMk cId="3072859212" sldId="259"/>
            <ac:spMk id="2" creationId="{E10A4AD2-1189-A666-D02D-F82A4C351320}"/>
          </ac:spMkLst>
        </pc:spChg>
        <pc:spChg chg="mod">
          <ac:chgData name="Jayesh Malviya" userId="d9741f2f6551da7a" providerId="LiveId" clId="{D14C8AC6-DEB7-47A2-9E64-973C4F367B5E}" dt="2026-07-11T04:48:30.289" v="3949"/>
          <ac:spMkLst>
            <pc:docMk/>
            <pc:sldMk cId="3072859212" sldId="259"/>
            <ac:spMk id="3" creationId="{C42D4579-E39B-8B71-B690-51E0271E1F70}"/>
          </ac:spMkLst>
        </pc:spChg>
      </pc:sldChg>
      <pc:sldChg chg="modSp new mod modTransition modAnim">
        <pc:chgData name="Jayesh Malviya" userId="d9741f2f6551da7a" providerId="LiveId" clId="{D14C8AC6-DEB7-47A2-9E64-973C4F367B5E}" dt="2026-07-11T05:14:51.626" v="6177"/>
        <pc:sldMkLst>
          <pc:docMk/>
          <pc:sldMk cId="3060003092" sldId="260"/>
        </pc:sldMkLst>
        <pc:spChg chg="mod">
          <ac:chgData name="Jayesh Malviya" userId="d9741f2f6551da7a" providerId="LiveId" clId="{D14C8AC6-DEB7-47A2-9E64-973C4F367B5E}" dt="2026-07-11T05:07:05.631" v="6148"/>
          <ac:spMkLst>
            <pc:docMk/>
            <pc:sldMk cId="3060003092" sldId="260"/>
            <ac:spMk id="2" creationId="{1E1A08FB-84DA-F004-A07B-E8291C932EAF}"/>
          </ac:spMkLst>
        </pc:spChg>
        <pc:spChg chg="mod">
          <ac:chgData name="Jayesh Malviya" userId="d9741f2f6551da7a" providerId="LiveId" clId="{D14C8AC6-DEB7-47A2-9E64-973C4F367B5E}" dt="2026-07-11T05:06:50.483" v="6142" actId="27636"/>
          <ac:spMkLst>
            <pc:docMk/>
            <pc:sldMk cId="3060003092" sldId="260"/>
            <ac:spMk id="3" creationId="{B2888A29-60CF-03E8-8ED5-C80161CC5264}"/>
          </ac:spMkLst>
        </pc:spChg>
      </pc:sldChg>
      <pc:sldChg chg="modSp new del mod">
        <pc:chgData name="Jayesh Malviya" userId="d9741f2f6551da7a" providerId="LiveId" clId="{D14C8AC6-DEB7-47A2-9E64-973C4F367B5E}" dt="2026-07-10T20:04:28.946" v="2291" actId="2696"/>
        <pc:sldMkLst>
          <pc:docMk/>
          <pc:sldMk cId="3772915622" sldId="260"/>
        </pc:sldMkLst>
        <pc:spChg chg="mod">
          <ac:chgData name="Jayesh Malviya" userId="d9741f2f6551da7a" providerId="LiveId" clId="{D14C8AC6-DEB7-47A2-9E64-973C4F367B5E}" dt="2026-07-10T20:02:44.721" v="2123" actId="20577"/>
          <ac:spMkLst>
            <pc:docMk/>
            <pc:sldMk cId="3772915622" sldId="260"/>
            <ac:spMk id="2" creationId="{179BC1A7-7B18-4DE2-14DE-16ADF363BFA9}"/>
          </ac:spMkLst>
        </pc:spChg>
        <pc:spChg chg="mod">
          <ac:chgData name="Jayesh Malviya" userId="d9741f2f6551da7a" providerId="LiveId" clId="{D14C8AC6-DEB7-47A2-9E64-973C4F367B5E}" dt="2026-07-10T20:04:16.083" v="2290" actId="20577"/>
          <ac:spMkLst>
            <pc:docMk/>
            <pc:sldMk cId="3772915622" sldId="260"/>
            <ac:spMk id="3" creationId="{85BA4955-0542-71AE-8B9B-C277AFC1BA51}"/>
          </ac:spMkLst>
        </pc:spChg>
      </pc:sldChg>
      <pc:sldChg chg="modSp new mod modTransition modAnim">
        <pc:chgData name="Jayesh Malviya" userId="d9741f2f6551da7a" providerId="LiveId" clId="{D14C8AC6-DEB7-47A2-9E64-973C4F367B5E}" dt="2026-07-11T05:15:05.908" v="6179"/>
        <pc:sldMkLst>
          <pc:docMk/>
          <pc:sldMk cId="327946309" sldId="261"/>
        </pc:sldMkLst>
        <pc:spChg chg="mod">
          <ac:chgData name="Jayesh Malviya" userId="d9741f2f6551da7a" providerId="LiveId" clId="{D14C8AC6-DEB7-47A2-9E64-973C4F367B5E}" dt="2026-07-11T05:07:05.631" v="6148"/>
          <ac:spMkLst>
            <pc:docMk/>
            <pc:sldMk cId="327946309" sldId="261"/>
            <ac:spMk id="2" creationId="{DDB1322C-DA29-8B7F-7D17-96E26B7B4B4A}"/>
          </ac:spMkLst>
        </pc:spChg>
        <pc:spChg chg="mod">
          <ac:chgData name="Jayesh Malviya" userId="d9741f2f6551da7a" providerId="LiveId" clId="{D14C8AC6-DEB7-47A2-9E64-973C4F367B5E}" dt="2026-07-11T05:06:50.501" v="6143" actId="27636"/>
          <ac:spMkLst>
            <pc:docMk/>
            <pc:sldMk cId="327946309" sldId="261"/>
            <ac:spMk id="3" creationId="{D867E86A-DDAF-88FB-2773-9083EA41281F}"/>
          </ac:spMkLst>
        </pc:spChg>
      </pc:sldChg>
      <pc:sldChg chg="modSp new mod modTransition modAnim">
        <pc:chgData name="Jayesh Malviya" userId="d9741f2f6551da7a" providerId="LiveId" clId="{D14C8AC6-DEB7-47A2-9E64-973C4F367B5E}" dt="2026-07-11T05:15:30.457" v="6181"/>
        <pc:sldMkLst>
          <pc:docMk/>
          <pc:sldMk cId="624554474" sldId="262"/>
        </pc:sldMkLst>
        <pc:spChg chg="mod">
          <ac:chgData name="Jayesh Malviya" userId="d9741f2f6551da7a" providerId="LiveId" clId="{D14C8AC6-DEB7-47A2-9E64-973C4F367B5E}" dt="2026-07-11T05:07:05.631" v="6148"/>
          <ac:spMkLst>
            <pc:docMk/>
            <pc:sldMk cId="624554474" sldId="262"/>
            <ac:spMk id="2" creationId="{382594C5-9584-D830-7DB9-57B1CF970591}"/>
          </ac:spMkLst>
        </pc:spChg>
        <pc:spChg chg="mod">
          <ac:chgData name="Jayesh Malviya" userId="d9741f2f6551da7a" providerId="LiveId" clId="{D14C8AC6-DEB7-47A2-9E64-973C4F367B5E}" dt="2026-07-11T05:06:50.532" v="6144" actId="27636"/>
          <ac:spMkLst>
            <pc:docMk/>
            <pc:sldMk cId="624554474" sldId="262"/>
            <ac:spMk id="3" creationId="{5CF4D22C-6651-EA4A-A064-17031C567F84}"/>
          </ac:spMkLst>
        </pc:spChg>
      </pc:sldChg>
      <pc:sldChg chg="modSp new mod modTransition modAnim">
        <pc:chgData name="Jayesh Malviya" userId="d9741f2f6551da7a" providerId="LiveId" clId="{D14C8AC6-DEB7-47A2-9E64-973C4F367B5E}" dt="2026-07-11T05:15:48.471" v="6183"/>
        <pc:sldMkLst>
          <pc:docMk/>
          <pc:sldMk cId="561592052" sldId="263"/>
        </pc:sldMkLst>
        <pc:spChg chg="mod">
          <ac:chgData name="Jayesh Malviya" userId="d9741f2f6551da7a" providerId="LiveId" clId="{D14C8AC6-DEB7-47A2-9E64-973C4F367B5E}" dt="2026-07-11T05:07:05.631" v="6148"/>
          <ac:spMkLst>
            <pc:docMk/>
            <pc:sldMk cId="561592052" sldId="263"/>
            <ac:spMk id="2" creationId="{E1841497-6269-3140-CFB4-672438AF2C4B}"/>
          </ac:spMkLst>
        </pc:spChg>
        <pc:spChg chg="mod">
          <ac:chgData name="Jayesh Malviya" userId="d9741f2f6551da7a" providerId="LiveId" clId="{D14C8AC6-DEB7-47A2-9E64-973C4F367B5E}" dt="2026-07-11T05:06:50.563" v="6145" actId="27636"/>
          <ac:spMkLst>
            <pc:docMk/>
            <pc:sldMk cId="561592052" sldId="263"/>
            <ac:spMk id="3" creationId="{E5F0E4A7-96DD-87E2-64CD-79F23372CC61}"/>
          </ac:spMkLst>
        </pc:spChg>
      </pc:sldChg>
      <pc:sldChg chg="modSp new mod modTransition modAnim">
        <pc:chgData name="Jayesh Malviya" userId="d9741f2f6551da7a" providerId="LiveId" clId="{D14C8AC6-DEB7-47A2-9E64-973C4F367B5E}" dt="2026-07-11T05:16:15.058" v="6185"/>
        <pc:sldMkLst>
          <pc:docMk/>
          <pc:sldMk cId="2235922576" sldId="264"/>
        </pc:sldMkLst>
        <pc:spChg chg="mod">
          <ac:chgData name="Jayesh Malviya" userId="d9741f2f6551da7a" providerId="LiveId" clId="{D14C8AC6-DEB7-47A2-9E64-973C4F367B5E}" dt="2026-07-11T05:07:05.631" v="6148"/>
          <ac:spMkLst>
            <pc:docMk/>
            <pc:sldMk cId="2235922576" sldId="264"/>
            <ac:spMk id="2" creationId="{B5445012-71AF-50B1-AB94-5E6FCD6B8712}"/>
          </ac:spMkLst>
        </pc:spChg>
        <pc:spChg chg="mod">
          <ac:chgData name="Jayesh Malviya" userId="d9741f2f6551da7a" providerId="LiveId" clId="{D14C8AC6-DEB7-47A2-9E64-973C4F367B5E}" dt="2026-07-11T05:01:05.864" v="5856" actId="27636"/>
          <ac:spMkLst>
            <pc:docMk/>
            <pc:sldMk cId="2235922576" sldId="264"/>
            <ac:spMk id="3" creationId="{01B0D7CC-2296-0D7F-E60B-19EEA955C0CB}"/>
          </ac:spMkLst>
        </pc:spChg>
      </pc:sldChg>
      <pc:sldChg chg="modSp new del mod modClrScheme chgLayout">
        <pc:chgData name="Jayesh Malviya" userId="d9741f2f6551da7a" providerId="LiveId" clId="{D14C8AC6-DEB7-47A2-9E64-973C4F367B5E}" dt="2026-07-10T20:31:43.777" v="2858" actId="680"/>
        <pc:sldMkLst>
          <pc:docMk/>
          <pc:sldMk cId="3179825012" sldId="264"/>
        </pc:sldMkLst>
        <pc:spChg chg="mod ord">
          <ac:chgData name="Jayesh Malviya" userId="d9741f2f6551da7a" providerId="LiveId" clId="{D14C8AC6-DEB7-47A2-9E64-973C4F367B5E}" dt="2026-07-10T20:31:40.328" v="2854" actId="255"/>
          <ac:spMkLst>
            <pc:docMk/>
            <pc:sldMk cId="3179825012" sldId="264"/>
            <ac:spMk id="2" creationId="{718C5BA5-74EB-C5B7-DC47-814AE5346DEC}"/>
          </ac:spMkLst>
        </pc:spChg>
        <pc:spChg chg="mod ord">
          <ac:chgData name="Jayesh Malviya" userId="d9741f2f6551da7a" providerId="LiveId" clId="{D14C8AC6-DEB7-47A2-9E64-973C4F367B5E}" dt="2026-07-10T20:31:43.294" v="2857" actId="5793"/>
          <ac:spMkLst>
            <pc:docMk/>
            <pc:sldMk cId="3179825012" sldId="264"/>
            <ac:spMk id="3" creationId="{2E0D5D33-C17E-0EAB-0908-138F96744E68}"/>
          </ac:spMkLst>
        </pc:spChg>
      </pc:sldChg>
      <pc:sldChg chg="modSp new add del mod">
        <pc:chgData name="Jayesh Malviya" userId="d9741f2f6551da7a" providerId="LiveId" clId="{D14C8AC6-DEB7-47A2-9E64-973C4F367B5E}" dt="2026-07-10T20:32:37.413" v="2861" actId="2696"/>
        <pc:sldMkLst>
          <pc:docMk/>
          <pc:sldMk cId="3507234418" sldId="264"/>
        </pc:sldMkLst>
        <pc:spChg chg="mod">
          <ac:chgData name="Jayesh Malviya" userId="d9741f2f6551da7a" providerId="LiveId" clId="{D14C8AC6-DEB7-47A2-9E64-973C4F367B5E}" dt="2026-07-10T20:20:11.295" v="2427" actId="113"/>
          <ac:spMkLst>
            <pc:docMk/>
            <pc:sldMk cId="3507234418" sldId="264"/>
            <ac:spMk id="2" creationId="{4D2B4989-11CB-9A29-5167-B03DC48784BA}"/>
          </ac:spMkLst>
        </pc:spChg>
        <pc:spChg chg="mod">
          <ac:chgData name="Jayesh Malviya" userId="d9741f2f6551da7a" providerId="LiveId" clId="{D14C8AC6-DEB7-47A2-9E64-973C4F367B5E}" dt="2026-07-10T20:32:31.339" v="2860" actId="14100"/>
          <ac:spMkLst>
            <pc:docMk/>
            <pc:sldMk cId="3507234418" sldId="264"/>
            <ac:spMk id="3" creationId="{9A139C45-03A9-3CAE-BE5E-29AB2419A09F}"/>
          </ac:spMkLst>
        </pc:spChg>
      </pc:sldChg>
      <pc:sldChg chg="modSp add del mod ord">
        <pc:chgData name="Jayesh Malviya" userId="d9741f2f6551da7a" providerId="LiveId" clId="{D14C8AC6-DEB7-47A2-9E64-973C4F367B5E}" dt="2026-07-10T20:25:27.491" v="2454"/>
        <pc:sldMkLst>
          <pc:docMk/>
          <pc:sldMk cId="1534583170" sldId="265"/>
        </pc:sldMkLst>
        <pc:spChg chg="mod">
          <ac:chgData name="Jayesh Malviya" userId="d9741f2f6551da7a" providerId="LiveId" clId="{D14C8AC6-DEB7-47A2-9E64-973C4F367B5E}" dt="2026-07-10T20:25:27.491" v="2454"/>
          <ac:spMkLst>
            <pc:docMk/>
            <pc:sldMk cId="1534583170" sldId="265"/>
            <ac:spMk id="3" creationId="{2E0D5D33-C17E-0EAB-0908-138F96744E68}"/>
          </ac:spMkLst>
        </pc:spChg>
      </pc:sldChg>
      <pc:sldChg chg="modSp new mod modTransition modAnim">
        <pc:chgData name="Jayesh Malviya" userId="d9741f2f6551da7a" providerId="LiveId" clId="{D14C8AC6-DEB7-47A2-9E64-973C4F367B5E}" dt="2026-07-11T05:16:29.226" v="6187"/>
        <pc:sldMkLst>
          <pc:docMk/>
          <pc:sldMk cId="2569697831" sldId="265"/>
        </pc:sldMkLst>
        <pc:spChg chg="mod">
          <ac:chgData name="Jayesh Malviya" userId="d9741f2f6551da7a" providerId="LiveId" clId="{D14C8AC6-DEB7-47A2-9E64-973C4F367B5E}" dt="2026-07-11T04:28:09" v="3024" actId="2711"/>
          <ac:spMkLst>
            <pc:docMk/>
            <pc:sldMk cId="2569697831" sldId="265"/>
            <ac:spMk id="2" creationId="{2030C5C5-A03E-6AB3-E703-2EDC8DBF0FC6}"/>
          </ac:spMkLst>
        </pc:spChg>
        <pc:spChg chg="mod">
          <ac:chgData name="Jayesh Malviya" userId="d9741f2f6551da7a" providerId="LiveId" clId="{D14C8AC6-DEB7-47A2-9E64-973C4F367B5E}" dt="2026-07-11T05:06:50.609" v="6146" actId="27636"/>
          <ac:spMkLst>
            <pc:docMk/>
            <pc:sldMk cId="2569697831" sldId="265"/>
            <ac:spMk id="3" creationId="{63AB04AE-3FD8-9CBF-BBB4-8EF1D9F71613}"/>
          </ac:spMkLst>
        </pc:spChg>
      </pc:sldChg>
      <pc:sldChg chg="modSp new mod modTransition modAnim">
        <pc:chgData name="Jayesh Malviya" userId="d9741f2f6551da7a" providerId="LiveId" clId="{D14C8AC6-DEB7-47A2-9E64-973C4F367B5E}" dt="2026-07-11T05:16:43.170" v="6189"/>
        <pc:sldMkLst>
          <pc:docMk/>
          <pc:sldMk cId="3728247174" sldId="266"/>
        </pc:sldMkLst>
        <pc:spChg chg="mod">
          <ac:chgData name="Jayesh Malviya" userId="d9741f2f6551da7a" providerId="LiveId" clId="{D14C8AC6-DEB7-47A2-9E64-973C4F367B5E}" dt="2026-07-11T05:07:05.631" v="6148"/>
          <ac:spMkLst>
            <pc:docMk/>
            <pc:sldMk cId="3728247174" sldId="266"/>
            <ac:spMk id="2" creationId="{E037ADA0-4FCC-4E0B-186B-843015ACF3B3}"/>
          </ac:spMkLst>
        </pc:spChg>
        <pc:spChg chg="mod">
          <ac:chgData name="Jayesh Malviya" userId="d9741f2f6551da7a" providerId="LiveId" clId="{D14C8AC6-DEB7-47A2-9E64-973C4F367B5E}" dt="2026-07-11T05:03:17.123" v="6119" actId="20577"/>
          <ac:spMkLst>
            <pc:docMk/>
            <pc:sldMk cId="3728247174" sldId="266"/>
            <ac:spMk id="3" creationId="{725080F9-3F99-228F-8329-89C5877A12A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424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22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2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66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619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1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87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12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2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785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4929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129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9815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656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951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69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80201-E8AC-4B5D-B640-AF3A02E34E35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1E0CF63-7464-4046-B522-4337485C34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82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5CA3-870A-89C8-B5D9-6CC989F23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264" y="213519"/>
            <a:ext cx="9144000" cy="2387600"/>
          </a:xfrm>
        </p:spPr>
        <p:txBody>
          <a:bodyPr/>
          <a:lstStyle/>
          <a:p>
            <a:r>
              <a:rPr lang="en-IN" sz="3200" dirty="0"/>
              <a:t>🛡️ + 🔒 </a:t>
            </a:r>
            <a:br>
              <a:rPr lang="en-IN" sz="3200" dirty="0"/>
            </a:b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PHISHING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  <a:endParaRPr lang="en-I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812990-04DE-C0BF-20E8-28147C1F6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928" y="2601119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Sumit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Tamkhane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BCA Student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Codealpha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Cyber Security Internship</a:t>
            </a:r>
          </a:p>
        </p:txBody>
      </p:sp>
    </p:spTree>
    <p:extLst>
      <p:ext uri="{BB962C8B-B14F-4D97-AF65-F5344CB8AC3E}">
        <p14:creationId xmlns:p14="http://schemas.microsoft.com/office/powerpoint/2010/main" val="3746614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B7B4E-053C-E0D9-A15C-19CC67BB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86" y="23880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phishing ?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98767-535D-C8E6-7FDE-48E0A110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557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🎣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Phishing is a type of cyber attack in which attackers pretend to be a trusted person or organization to steal sensitive information such as username , password , bank , details , OTPs , personal information .They usually use fake emails , SMS message ,  website, Or phone calls to trick users 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Bullet points</a:t>
            </a:r>
          </a:p>
          <a:p>
            <a:pPr marL="0" indent="0">
              <a:buNone/>
            </a:pPr>
            <a:r>
              <a:rPr lang="en-IN" sz="2000" dirty="0"/>
              <a:t>📧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Steals personal and financial information.</a:t>
            </a:r>
          </a:p>
          <a:p>
            <a:pPr marL="0" indent="0">
              <a:buNone/>
            </a:pPr>
            <a:r>
              <a:rPr lang="en-IN" sz="2000" dirty="0"/>
              <a:t>🌐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fake email ,SMS ,websites ,or phone calls.</a:t>
            </a:r>
          </a:p>
          <a:p>
            <a:pPr marL="0" indent="0">
              <a:buNone/>
            </a:pPr>
            <a:r>
              <a:rPr lang="en-IN" sz="2000" dirty="0"/>
              <a:t>⚠️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Trick users into revealing confidential  data.</a:t>
            </a:r>
          </a:p>
          <a:p>
            <a:pPr marL="0" indent="0">
              <a:buNone/>
            </a:pPr>
            <a:r>
              <a:rPr lang="en-IN" sz="2000" dirty="0"/>
              <a:t>🛡️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of the most common cyber attacks.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238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B99F-8D48-0DA5-95B3-75DD46FCC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27" y="405946"/>
            <a:ext cx="8596668" cy="13208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phishing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F4B2C-670E-D963-209E-64FEF27F6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06634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📧 Email Phishing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Attackers send fake emails pretending to be trusted organizations to steal usernames, passwords, bank details, or personal information.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📱 SMS Phishing (Smishing)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Attackers send fake SMS messages with malicious links to trick users into revealing sensitive information.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📞 Voice Phishing (Vishing)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Attackers make fake phone calls pretending to be bank officials, customer support, or government officers.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Spear Phishing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targeted phishing attack designed for a specific person or organization using personal information.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📄 Clone Phishing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Attackers copy a legitimate email, modify it with a malicious link or attachment, and send it to victims.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477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A4AD2-1189-A666-D02D-F82A4C351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identify Phishing Emails ?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D4579-E39B-8B71-B690-51E0271E1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57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📧 Check the sender's email address carefully.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Look for spelling and grammar mistakes.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🚨 Be careful with urgent messages asking for immediate action.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🔗 Never click on suspicious links or unknown attachments.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🔒 Never share passwords, OTPs, or bank details through email.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👤 Be cautious of generic greetings such as "Dear Customer".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Tip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Always verify the sender before responding to any email.</a:t>
            </a:r>
          </a:p>
        </p:txBody>
      </p:sp>
    </p:spTree>
    <p:extLst>
      <p:ext uri="{BB962C8B-B14F-4D97-AF65-F5344CB8AC3E}">
        <p14:creationId xmlns:p14="http://schemas.microsoft.com/office/powerpoint/2010/main" val="3072859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A08FB-84DA-F004-A07B-E8291C932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Identify Fake Websites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88A29-60CF-03E8-8ED5-C80161CC5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23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🌐 Check the website URL carefully before visiting.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🔒 Look for HTTPS and the padlock icon in the address bar.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 Avoid websites with spelling mistakes or poor design.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💳 Never enter personal or banking information on unknown websites.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💰 Be careful of websites offering unrealistic discounts or prizes.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Verify the website before making any payment or login.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Tip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Always check the URL and security before entering your personal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3060003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1322C-DA29-8B7F-7D17-96E26B7B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7E86A-DDAF-88FB-2773-9083EA412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23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🧠 Social engineering is a technique used by cybercriminals to manipulate people into revealing confidential information.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👨‍💼 Attackers may pretend to be a bank officer, technical support agent, or government official.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😨 They exploit human emotions such as fear, trust, curiosity, or urgency.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🔑 Their main goal is to steal passwords, OTPs, bank details, or other sensitive information.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Always verify the identity of the person before sharing any personal information.</a:t>
            </a:r>
          </a:p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Tip</a:t>
            </a:r>
          </a:p>
          <a:p>
            <a:pPr marL="0" indent="0"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Think before you trust. Verify first, then respond.</a:t>
            </a:r>
            <a:endParaRPr lang="en-IN" sz="2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7946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94C5-9584-D830-7DB9-57B1CF97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Practices to Prevent Phishing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4D22C-6651-EA4A-A064-17031C567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410"/>
            <a:ext cx="10515600" cy="435133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🛡️ Never click on suspicious links or unknown attachments.</a:t>
            </a:r>
          </a:p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🔑 Use strong and unique passwords for every account.</a:t>
            </a:r>
          </a:p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📱 Enable Two-Factor Authentication (2FA) for extra security</a:t>
            </a:r>
          </a:p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🖥️ Keep your operating system and antivirus software updated.</a:t>
            </a:r>
          </a:p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📧 Verify the sender before replying to emails or messages.</a:t>
            </a:r>
          </a:p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🔒 Never share your OTP, passwords, or banking details with anyone.</a:t>
            </a:r>
          </a:p>
          <a:p>
            <a:pPr marL="0" indent="0">
              <a:buNone/>
            </a:pPr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🚨 Report suspicious emails or websites immediately.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9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Tip</a:t>
            </a:r>
          </a:p>
          <a:p>
            <a:pPr marL="0" indent="0">
              <a:buNone/>
            </a:pPr>
            <a:r>
              <a:rPr lang="en-US" sz="6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Stay Alert, Stay Safe, Stay Secure.</a:t>
            </a:r>
            <a:endParaRPr lang="en-IN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554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1497-6269-3140-CFB4-672438AF2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Real-Life Example of a Phishing Attack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0E4A7-96DD-87E2-64CD-79F23372C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53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🏦 A user receives an email that appears to be from a trusted bank.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📧 The email asks the user to verify their account immediately.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🔗 A fake link is provided that looks similar to the bank's official website.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👤 The user enters their username, password, and OTP on the fake website.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💰 The attacker steals the information and gains unauthorized access to the bank account.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This can lead to financial loss and identity theft.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Lesson:</a:t>
            </a:r>
          </a:p>
          <a:p>
            <a:pPr marL="0" indent="0">
              <a:buNone/>
            </a:pPr>
            <a:r>
              <a:rPr lang="en-US" sz="2000" dirty="0"/>
              <a:t>💡 Always verify the sender and website before entering any personal information.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61592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45012-71AF-50B1-AB94-5E6FCD6B8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0D7CC-2296-0D7F-E60B-19EEA955C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54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❓ Q1. What is Phishing?</a:t>
            </a:r>
          </a:p>
          <a:p>
            <a:pPr marL="0" indent="0">
              <a:buNone/>
            </a:pP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A Cyber Attack</a:t>
            </a: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A Computer Game</a:t>
            </a: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A Web Browser</a:t>
            </a: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An Antivirus</a:t>
            </a:r>
          </a:p>
          <a:p>
            <a:pPr marL="0" indent="0">
              <a:buNone/>
            </a:pP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Answer: A) A Cyber Attack</a:t>
            </a:r>
          </a:p>
          <a:p>
            <a:pPr marL="0" indent="0">
              <a:buNone/>
            </a:pP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❓ Q2. Which information should never be shared?</a:t>
            </a:r>
          </a:p>
          <a:p>
            <a:pPr marL="0" indent="0">
              <a:buNone/>
            </a:pP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OTP</a:t>
            </a: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Password</a:t>
            </a: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Bank Details</a:t>
            </a: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All of the Above</a:t>
            </a:r>
          </a:p>
          <a:p>
            <a:pPr marL="0" indent="0">
              <a:buNone/>
            </a:pP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Answer: D) All of the Above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922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0C5C5-A03E-6AB3-E703-2EDC8DBF0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167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Quiz (Part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B04AE-3FD8-9CBF-BBB4-8EF1D9F71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008" y="1605189"/>
            <a:ext cx="10515600" cy="435133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❓ Q3. Which website is more secure?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http://example.com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https://example.com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Answer: B) https://example.com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❓ Q4. What should you do before clicking a suspicious link?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Click Immediately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Ignore the Warning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Verify the Sender and URL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Share it with Friends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Answer: C) Verify the Sender and URL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Congratulations! You have completed the Phishing Awareness Quiz.</a:t>
            </a:r>
          </a:p>
        </p:txBody>
      </p:sp>
    </p:spTree>
    <p:extLst>
      <p:ext uri="{BB962C8B-B14F-4D97-AF65-F5344CB8AC3E}">
        <p14:creationId xmlns:p14="http://schemas.microsoft.com/office/powerpoint/2010/main" val="2569697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ADA0-4FCC-4E0B-186B-843015AC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080F9-3F99-228F-8329-89C5877A1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972" y="136842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🙏 Thank You!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🛡️ Stay Safe.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Stay Alert.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🔒 Stay Secure.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👨‍💻 Sumit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Tamkhane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BCA Student</a:t>
            </a:r>
          </a:p>
          <a:p>
            <a:pPr marL="0" indent="0">
              <a:buNone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CodeAlpha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Cyber Security Internship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3728247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152</TotalTime>
  <Words>896</Words>
  <Application>Microsoft Office PowerPoint</Application>
  <PresentationFormat>Widescreen</PresentationFormat>
  <Paragraphs>126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Trebuchet MS</vt:lpstr>
      <vt:lpstr>Wingdings 3</vt:lpstr>
      <vt:lpstr>Facet</vt:lpstr>
      <vt:lpstr>🛡️ + 🔒  PHISHING Awareness Training</vt:lpstr>
      <vt:lpstr>What is phishing ?</vt:lpstr>
      <vt:lpstr>Types of phishing</vt:lpstr>
      <vt:lpstr>How to identify Phishing Emails ?</vt:lpstr>
      <vt:lpstr>How to Identify Fake Websites</vt:lpstr>
      <vt:lpstr>Social Engineering</vt:lpstr>
      <vt:lpstr>Best Practices to Prevent Phishing</vt:lpstr>
      <vt:lpstr>Real-Life Example of a Phishing Attack</vt:lpstr>
      <vt:lpstr>Quick Quiz</vt:lpstr>
      <vt:lpstr>Quick Quiz (Part 2)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Jayesh Malviya</dc:creator>
  <cp:lastModifiedBy>Jayesh Malviya</cp:lastModifiedBy>
  <cp:revision>1</cp:revision>
  <dcterms:created xsi:type="dcterms:W3CDTF">2026-07-10T19:01:49Z</dcterms:created>
  <dcterms:modified xsi:type="dcterms:W3CDTF">2026-07-11T05:16:48Z</dcterms:modified>
</cp:coreProperties>
</file>