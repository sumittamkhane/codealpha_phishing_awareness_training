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818F0C-33DB-47BA-89E7-4CEC439AD074}" v="112" dt="2026-07-11T05:16:43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424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22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2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66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619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1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87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12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2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785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4929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129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9815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656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951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69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80201-E8AC-4B5D-B640-AF3A02E34E3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82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5CA3-870A-89C8-B5D9-6CC989F23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264" y="213519"/>
            <a:ext cx="9144000" cy="2387600"/>
          </a:xfrm>
        </p:spPr>
        <p:txBody>
          <a:bodyPr/>
          <a:lstStyle/>
          <a:p>
            <a:r>
              <a:rPr lang="en-IN" sz="3200" dirty="0"/>
              <a:t>🛡️ + 🔒 </a:t>
            </a:r>
            <a:br>
              <a:rPr lang="en-IN" sz="3200" dirty="0"/>
            </a:b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PHISHING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  <a:endParaRPr lang="en-I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812990-04DE-C0BF-20E8-28147C1F6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928" y="2601119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Sumit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Tamkhane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BCA Student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Codealpha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Cyber Security Internship</a:t>
            </a:r>
          </a:p>
        </p:txBody>
      </p:sp>
    </p:spTree>
    <p:extLst>
      <p:ext uri="{BB962C8B-B14F-4D97-AF65-F5344CB8AC3E}">
        <p14:creationId xmlns:p14="http://schemas.microsoft.com/office/powerpoint/2010/main" val="374661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B7B4E-053C-E0D9-A15C-19CC67BB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86" y="23880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phishing ?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98767-535D-C8E6-7FDE-48E0A110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557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🎣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Phishing is a type of cyber attack in which attackers pretend to be a trusted person or organization to steal sensitive information such as username , password , bank , details , OTPs , personal information .They usually use fake emails , SMS message ,  website, Or phone calls to trick users 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Bullet points</a:t>
            </a:r>
          </a:p>
          <a:p>
            <a:pPr marL="0" indent="0">
              <a:buNone/>
            </a:pPr>
            <a:r>
              <a:rPr lang="en-IN" sz="2000" dirty="0"/>
              <a:t>📧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Steals personal and financial information.</a:t>
            </a:r>
          </a:p>
          <a:p>
            <a:pPr marL="0" indent="0">
              <a:buNone/>
            </a:pPr>
            <a:r>
              <a:rPr lang="en-IN" sz="2000" dirty="0"/>
              <a:t>🌐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fake email ,SMS ,websites ,or phone calls.</a:t>
            </a:r>
          </a:p>
          <a:p>
            <a:pPr marL="0" indent="0">
              <a:buNone/>
            </a:pPr>
            <a:r>
              <a:rPr lang="en-IN" sz="2000" dirty="0"/>
              <a:t>⚠️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Trick users into revealing confidential  data.</a:t>
            </a:r>
          </a:p>
          <a:p>
            <a:pPr marL="0" indent="0">
              <a:buNone/>
            </a:pPr>
            <a:r>
              <a:rPr lang="en-IN" sz="2000" dirty="0"/>
              <a:t>🛡️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of the most common cyber attacks.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23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B99F-8D48-0DA5-95B3-75DD46FCC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27" y="405946"/>
            <a:ext cx="8596668" cy="13208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phishing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F4B2C-670E-D963-209E-64FEF27F6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06634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📧 Email Phishing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Attackers send fake emails pretending to be trusted organizations to steal usernames, passwords, bank details, or personal information.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📱 SMS Phishing (Smishing)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Attackers send fake SMS messages with malicious links to trick users into revealing sensitive information.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📞 Voice Phishing (Vishing)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Attackers make fake phone calls pretending to be bank officials, customer support, or government officers.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Spear Phishing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targeted phishing attack designed for a specific person or organization using personal information.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📄 Clone Phishing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Attackers copy a legitimate email, modify it with a malicious link or attachment, and send it to victims.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477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A4AD2-1189-A666-D02D-F82A4C351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identify Phishing Emails ?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D4579-E39B-8B71-B690-51E0271E1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57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📧 Check the sender's email address carefully.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Look for spelling and grammar mistakes.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🚨 Be careful with urgent messages asking for immediate action.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🔗 Never click on suspicious links or unknown attachments.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🔒 Never share passwords, OTPs, or bank details through email.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👤 Be cautious of generic greetings such as "Dear Customer".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Tip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Always verify the sender before responding to any email.</a:t>
            </a:r>
          </a:p>
        </p:txBody>
      </p:sp>
    </p:spTree>
    <p:extLst>
      <p:ext uri="{BB962C8B-B14F-4D97-AF65-F5344CB8AC3E}">
        <p14:creationId xmlns:p14="http://schemas.microsoft.com/office/powerpoint/2010/main" val="307285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A08FB-84DA-F004-A07B-E8291C932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Identify Fake Websites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88A29-60CF-03E8-8ED5-C80161CC5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23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🌐 Check the website URL carefully before visiting.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🔒 Look for HTTPS and the padlock icon in the address bar.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 Avoid websites with spelling mistakes or poor design.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💳 Never enter personal or banking information on unknown websites.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💰 Be careful of websites offering unrealistic discounts or prizes.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Verify the website before making any payment or login.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Tip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Always check the URL and security before entering your personal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306000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1322C-DA29-8B7F-7D17-96E26B7B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7E86A-DDAF-88FB-2773-9083EA412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23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🧠 Social engineering is a technique used by cybercriminals to manipulate people into revealing confidential information.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👨‍💼 Attackers may pretend to be a bank officer, technical support agent, or government official.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😨 They exploit human emotions such as fear, trust, curiosity, or urgency.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🔑 Their main goal is to steal passwords, OTPs, bank details, or other sensitive information.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Always verify the identity of the person before sharing any personal information.</a:t>
            </a:r>
          </a:p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Tip</a:t>
            </a:r>
          </a:p>
          <a:p>
            <a:pPr marL="0" indent="0"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Think before you trust. Verify first, then respond.</a:t>
            </a:r>
            <a:endParaRPr lang="en-IN"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794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94C5-9584-D830-7DB9-57B1CF97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Practices to Prevent Phishing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4D22C-6651-EA4A-A064-17031C567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410"/>
            <a:ext cx="10515600" cy="435133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🛡️ Never click on suspicious links or unknown attachments.</a:t>
            </a:r>
          </a:p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🔑 Use strong and unique passwords for every account.</a:t>
            </a:r>
          </a:p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📱 Enable Two-Factor Authentication (2FA) for extra security</a:t>
            </a:r>
          </a:p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🖥️ Keep your operating system and antivirus software updated.</a:t>
            </a:r>
          </a:p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📧 Verify the sender before replying to emails or messages.</a:t>
            </a:r>
          </a:p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🔒 Never share your OTP, passwords, or banking details with anyone.</a:t>
            </a:r>
          </a:p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🚨 Report suspicious emails or websites immediately.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9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Tip</a:t>
            </a:r>
          </a:p>
          <a:p>
            <a:pPr marL="0" indent="0">
              <a:buNone/>
            </a:pPr>
            <a:r>
              <a:rPr lang="en-US" sz="6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Stay Alert, Stay Safe, Stay Secure.</a:t>
            </a:r>
            <a:endParaRPr lang="en-IN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55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1497-6269-3140-CFB4-672438AF2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Real-Life Example of a Phishing Attack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0E4A7-96DD-87E2-64CD-79F23372C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53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🏦 A user receives an email that appears to be from a trusted bank.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📧 The email asks the user to verify their account immediately.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🔗 A fake link is provided that looks similar to the bank's official website.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👤 The user enters their username, password, and OTP on the fake website.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💰 The attacker steals the information and gains unauthorized access to the bank account.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This can lead to financial loss and identity theft.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Lesson:</a:t>
            </a:r>
          </a:p>
          <a:p>
            <a:pPr marL="0" indent="0">
              <a:buNone/>
            </a:pPr>
            <a:r>
              <a:rPr lang="en-US" sz="2000" dirty="0"/>
              <a:t>💡 Always verify the sender and website before entering any personal information.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6159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45012-71AF-50B1-AB94-5E6FCD6B8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0D7CC-2296-0D7F-E60B-19EEA955C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54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❓ Q1. What is Phishing?</a:t>
            </a:r>
          </a:p>
          <a:p>
            <a:pPr marL="0" indent="0">
              <a:buNone/>
            </a:pP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A Cyber Attack</a:t>
            </a: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A Computer Game</a:t>
            </a: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A Web Browser</a:t>
            </a: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An Antivirus</a:t>
            </a:r>
          </a:p>
          <a:p>
            <a:pPr marL="0" indent="0">
              <a:buNone/>
            </a:pP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Answer: A) A Cyber Attack</a:t>
            </a:r>
          </a:p>
          <a:p>
            <a:pPr marL="0" indent="0">
              <a:buNone/>
            </a:pP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❓ Q2. Which information should never be shared?</a:t>
            </a:r>
          </a:p>
          <a:p>
            <a:pPr marL="0" indent="0">
              <a:buNone/>
            </a:pP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OTP</a:t>
            </a: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Password</a:t>
            </a: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Bank Details</a:t>
            </a: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All of the Above</a:t>
            </a:r>
          </a:p>
          <a:p>
            <a:pPr marL="0" indent="0">
              <a:buNone/>
            </a:pP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Answer: D) All of the Above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922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0C5C5-A03E-6AB3-E703-2EDC8DBF0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167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Quiz (Part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B04AE-3FD8-9CBF-BBB4-8EF1D9F71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008" y="1605189"/>
            <a:ext cx="10515600" cy="435133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❓ Q3. Which website is more secure?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http://example.com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https://example.com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Answer: B) https://example.com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❓ Q4. What should you do before clicking a suspicious link?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Click Immediately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Ignore the Warning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Verify the Sender and URL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Share it with Friends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Answer: C) Verify the Sender and URL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Congratulations! You have completed the Phishing Awareness Quiz.</a:t>
            </a:r>
          </a:p>
        </p:txBody>
      </p:sp>
    </p:spTree>
    <p:extLst>
      <p:ext uri="{BB962C8B-B14F-4D97-AF65-F5344CB8AC3E}">
        <p14:creationId xmlns:p14="http://schemas.microsoft.com/office/powerpoint/2010/main" val="256969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ADA0-4FCC-4E0B-186B-843015AC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080F9-3F99-228F-8329-89C5877A1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972" y="136842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🙏 Thank You!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🛡️ Stay Safe.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Stay Alert.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🔒 Stay Secure.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👨‍💻 Sumit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Tamkhane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BCA Student</a:t>
            </a:r>
          </a:p>
          <a:p>
            <a:pPr marL="0" indent="0">
              <a:buNone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CodeAlpha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Cyber Security Internship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372824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153</TotalTime>
  <Words>896</Words>
  <Application>Microsoft Office PowerPoint</Application>
  <PresentationFormat>Widescreen</PresentationFormat>
  <Paragraphs>126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Trebuchet MS</vt:lpstr>
      <vt:lpstr>Wingdings 3</vt:lpstr>
      <vt:lpstr>Facet</vt:lpstr>
      <vt:lpstr>🛡️ + 🔒  PHISHING Awareness Training</vt:lpstr>
      <vt:lpstr>What is phishing ?</vt:lpstr>
      <vt:lpstr>Types of phishing</vt:lpstr>
      <vt:lpstr>How to identify Phishing Emails ?</vt:lpstr>
      <vt:lpstr>How to Identify Fake Websites</vt:lpstr>
      <vt:lpstr>Social Engineering</vt:lpstr>
      <vt:lpstr>Best Practices to Prevent Phishing</vt:lpstr>
      <vt:lpstr>Real-Life Example of a Phishing Attack</vt:lpstr>
      <vt:lpstr>Quick Quiz</vt:lpstr>
      <vt:lpstr>Quick Quiz (Part 2)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Jayesh Malviya</dc:creator>
  <cp:lastModifiedBy>Jayesh Malviya</cp:lastModifiedBy>
  <cp:revision>2</cp:revision>
  <dcterms:created xsi:type="dcterms:W3CDTF">2026-07-10T19:01:49Z</dcterms:created>
  <dcterms:modified xsi:type="dcterms:W3CDTF">2026-07-13T17:46:57Z</dcterms:modified>
</cp:coreProperties>
</file>